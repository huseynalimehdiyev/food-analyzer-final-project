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Sequential</c:v>
                </c:pt>
                <c:pt idx="1">
                  <c:v>Concurrent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2.56</c:v>
                </c:pt>
                <c:pt idx="1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646"/>
                </a:solidFill>
              </a:defRPr>
            </a:pPr>
            <a:r>
              <a:t>AI Food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B37"/>
                </a:solidFill>
              </a:defRPr>
            </a:pPr>
            <a:r>
              <a:t>Software Engineering Final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45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Passing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89%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5.11×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Benchmark speedup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54880"/>
            <a:ext cx="228600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7" y="4864608"/>
            <a:ext cx="2066543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F6C00"/>
                </a:solidFill>
              </a:defRPr>
            </a:pPr>
            <a:r>
              <a:t>Docker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Verified startup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Turn a meal image into structured nutrition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Identify visible ingredients and estimate portions in grams.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Calculate calories, protein, carbohydrates and fat.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Build a maintainable engineering layer around the provided AI components.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How the System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Meal Image</a:t>
            </a:r>
          </a:p>
        </p:txBody>
      </p:sp>
      <p:sp>
        <p:nvSpPr>
          <p:cNvPr id="4" name="Chevron 3"/>
          <p:cNvSpPr/>
          <p:nvPr/>
        </p:nvSpPr>
        <p:spPr>
          <a:xfrm>
            <a:off x="2757830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04134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VLM</a:t>
            </a:r>
          </a:p>
        </p:txBody>
      </p:sp>
      <p:sp>
        <p:nvSpPr>
          <p:cNvPr id="6" name="Chevron 5"/>
          <p:cNvSpPr/>
          <p:nvPr/>
        </p:nvSpPr>
        <p:spPr>
          <a:xfrm>
            <a:off x="4930444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6748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Ingredients + grams</a:t>
            </a:r>
          </a:p>
        </p:txBody>
      </p:sp>
      <p:sp>
        <p:nvSpPr>
          <p:cNvPr id="8" name="Chevron 7"/>
          <p:cNvSpPr/>
          <p:nvPr/>
        </p:nvSpPr>
        <p:spPr>
          <a:xfrm>
            <a:off x="7103059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49363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Nutrition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9275673" y="2615184"/>
            <a:ext cx="118872" cy="329184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21977" y="2331720"/>
            <a:ext cx="200802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9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46"/>
                </a:solidFill>
              </a:defRPr>
            </a:pPr>
            <a:r>
              <a:t>Totals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kcal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Calories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g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Protein / Carbs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114800"/>
            <a:ext cx="23774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4224528"/>
            <a:ext cx="215798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F6C00"/>
                </a:solidFill>
              </a:defRPr>
            </a:pPr>
            <a:r>
              <a:t>g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Fat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Two user interfaces: CLI and FastAPI HTTP API.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The app layer orchestrates validation, AI analysis, nutrition lookup and persistence.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The provided `ai/` package remains separated from the Software Engineering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Main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`service.py` — analysis workflow orchestration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`nutrition_service.py` — async nutrition lookups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`cache.py` — nutrition cache with configurable TTL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`history_service.py` / `models.py` — analysis history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`cli.py` and `api.py` — user interfaces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Async Processing &amp;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Nutrition lookups are independent I/O-oriented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`asyncio.gather()` executes multiple lookups concurrently.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This reduces waiting time compared with sequential execution.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The benchmark uses simulated I/O delays for a deterministic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Cache &amp;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Nutrition results are cached to avoid repeated lookups.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Default cache TTL: 86,400 seconds (24 hours).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PostgreSQL stores analysis history.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Database access is asynchronous through SQLAlchemy / AsyncPG.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CLI &amp; HTTP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CLI: `python -m app.cli &lt;image_path&gt;`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API endpoints: `GET /health` and `POST /analyze`.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JPEG and PNG uploads are accepted.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Default maximum upload size: 5 MB.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Swagger UI is available at `/docs`.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Validation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Missing image path → user-friendly CLI error.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Unsupported file type → HTTP 400.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Oversized image → HTTP 413.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Non-meal image → graceful 'meal not recognized' behavior.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Real provider workflow requires configured API credentials.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Testing &amp;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7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45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Tests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97B"/>
                </a:solidFill>
              </a:defRPr>
            </a:pPr>
            <a:r>
              <a:t>89%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Application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292608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1938528"/>
            <a:ext cx="2706624" cy="1335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Minimum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Full regression suite remained green after CLI error-handling improvement.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</a:defRPr>
            </a:pPr>
            <a:r>
              <a:t>Tests cover API, cache, CLI, history, nutrition service and main 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Benchmark 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26679" y="18288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36407" y="1938528"/>
            <a:ext cx="2980944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5.11×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Measured speedup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36576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7" y="3767328"/>
            <a:ext cx="2980944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B4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232B37"/>
                </a:solidFill>
              </a:defRPr>
            </a:pPr>
            <a:r>
              <a:t>Ingredients tested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Docker &amp; 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Docker image build: successful.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FastAPI/Uvicorn startup inside the container: successful.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Offline sample processing and non-meal handling: verified.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Real VLM inference was not claimed without provider credentials.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64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AI functionality was integrated into a structured Software Engineering application.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The project combines concurrency, caching, persistence, CLI/API access, validation, testing and Docker.</a:t>
            </a:r>
          </a:p>
          <a:p>
            <a:pPr>
              <a:spcAft>
                <a:spcPts val="1200"/>
              </a:spcAft>
              <a:defRPr sz="1800">
                <a:solidFill>
                  <a:srgbClr val="232B37"/>
                </a:solidFill>
              </a:defRPr>
            </a:pPr>
            <a:r>
              <a:t>Verified: 45 tests passed, 89% coverage and 5.11× controlled benchmark speedup.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647688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EN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