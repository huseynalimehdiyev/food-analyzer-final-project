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Saniyə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Sequential</c:v>
                </c:pt>
                <c:pt idx="1">
                  <c:v>Concurrent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2.56</c:v>
                </c:pt>
                <c:pt idx="1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2646"/>
                </a:solidFill>
              </a:defRPr>
            </a:pPr>
            <a:r>
              <a:t>AI Food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B37"/>
                </a:solidFill>
              </a:defRPr>
            </a:pPr>
            <a:r>
              <a:t>Software Engineering Final Layihəsi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45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Keçən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97B"/>
                </a:solidFill>
              </a:defRPr>
            </a:pPr>
            <a:r>
              <a:t>89%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Test əhatəsi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8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5.11×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Benchmark sürətlənməsi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7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F6C00"/>
                </a:solidFill>
              </a:defRPr>
            </a:pPr>
            <a:r>
              <a:t>Docker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Yoxlanmış işə düşmə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Problem və Məqsəd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Yemək şəklini strukturlaşdırılmış qida dəyəri məlumatına çevirmək.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Görünən inqrediyentləri müəyyən etmək və porsiyanı qramla qiymətləndirmək.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Kalori, zülal, karbohidrat və yağ miqdarını hesablamaq.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Təqdim edilmiş AI komponentləri ətrafında davamlı Software Engineering qatı qurmaq.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Sistem Necə İşləyir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Yemək şəkli</a:t>
            </a:r>
          </a:p>
        </p:txBody>
      </p:sp>
      <p:sp>
        <p:nvSpPr>
          <p:cNvPr id="4" name="Chevron 3"/>
          <p:cNvSpPr/>
          <p:nvPr/>
        </p:nvSpPr>
        <p:spPr>
          <a:xfrm>
            <a:off x="2757830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04134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VLM</a:t>
            </a:r>
          </a:p>
        </p:txBody>
      </p:sp>
      <p:sp>
        <p:nvSpPr>
          <p:cNvPr id="6" name="Chevron 5"/>
          <p:cNvSpPr/>
          <p:nvPr/>
        </p:nvSpPr>
        <p:spPr>
          <a:xfrm>
            <a:off x="4930444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76748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İnqrediyent + qram</a:t>
            </a:r>
          </a:p>
        </p:txBody>
      </p:sp>
      <p:sp>
        <p:nvSpPr>
          <p:cNvPr id="8" name="Chevron 7"/>
          <p:cNvSpPr/>
          <p:nvPr/>
        </p:nvSpPr>
        <p:spPr>
          <a:xfrm>
            <a:off x="7103059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49363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Nutrition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9275673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21977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Yekun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14800"/>
            <a:ext cx="23774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4224528"/>
            <a:ext cx="215798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kcal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Kalori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114800"/>
            <a:ext cx="23774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4224528"/>
            <a:ext cx="215798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97B"/>
                </a:solidFill>
              </a:defRPr>
            </a:pPr>
            <a:r>
              <a:t>g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Zülal / Karbohidrat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114800"/>
            <a:ext cx="23774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4224528"/>
            <a:ext cx="215798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F6C00"/>
                </a:solidFill>
              </a:defRPr>
            </a:pPr>
            <a:r>
              <a:t>g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Yağ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Arxitektura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İki istifadəçi interfeysi: CLI və FastAPI HTTP API.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`app/` qatı validation, AI analizi, nutrition lookup və persistence proseslərini idarə edir.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Təqdim edilmiş `ai/` paketi Software Engineering qatından ayrı saxlanılır.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Əsas Komponentlər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`service.py` — analiz workflow-nun idarə edilməsi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`nutrition_service.py` — async nutrition sorğuları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`cache.py` — configurable TTL ilə nutrition cache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`history_service.py` / `models.py` — analiz tarixçəsi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`cli.py` və `api.py` — istifadəçi interfeysləri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Asinxron Emal və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Nutrition lookup-lar bir-birindən asılı olmayan I/O əməliyyatlarıdır.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`asyncio.gather()` bir neçə lookup-u concurrent şəkildə icra edir.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Bu yanaşma sequential icra ilə müqayisədə gözləmə müddətini azaldır.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Benchmark deterministik müqayisə üçün simulated I/O gecikmələrindən istifadə edir.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Cache və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Təkrar lookup-ları azaltmaq üçün nutrition nəticələri cache-də saxlanılır.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Default cache TTL: 86 400 saniyə (24 saat).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PostgreSQL analiz tarixçəsini saxlayır.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Database access SQLAlchemy / AsyncPG vasitəsilə asinxrondur.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CLI və HTTP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CLI: `python -m app.cli &lt;image_path&gt;`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API endpoint-ləri: `GET /health` və `POST /analyze`.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JPEG və PNG upload-ları qəbul edilir.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Default maksimum upload ölçüsü: 5 MB.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Swagger UI `/docs` ünvanında mövcuddur.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Validation və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Mövcud olmayan image path → istifadəçi üçün aydın CLI xətası.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Dəstəklənməyən fayl tipi → HTTP 400.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Həddindən böyük şəkil → HTTP 413.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Non-meal image → sistem xətasız şəkildə 'meal not recognized' nəticəsi verir.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Real provider workflow üçün API credentials konfiqurasiya edilməlidir.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Testlər və Coverage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292608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7" y="1938528"/>
            <a:ext cx="2706624" cy="1335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45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Test keçdi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828800"/>
            <a:ext cx="292608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7448" y="1938528"/>
            <a:ext cx="2706624" cy="1335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97B"/>
                </a:solidFill>
              </a:defRPr>
            </a:pPr>
            <a:r>
              <a:t>89%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Tətbiq coverage-i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292608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1938528"/>
            <a:ext cx="2706624" cy="1335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Minimum tələb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CLI error handling təkmilləşdirildikdən sonra bütün regression testləri yenə keçdi.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Testlər API, cache, CLI, history, nutrition service və main service komponentlərini əhatə edir.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Benchmark Nəticələri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41732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26679" y="18288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36407" y="1938528"/>
            <a:ext cx="2980944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5.11×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Ölçülmüş sürətlənmə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36576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7" y="3767328"/>
            <a:ext cx="2980944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5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Test edilən inqrediyent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Docker və Yekun Nəticələr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Docker image build: uğurlu.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Container daxilində FastAPI/Uvicorn startup: uğurlu.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Offline sample processing və non-meal handling: yoxlanılıb.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Provider credentials olmadan real VLM inference yoxlanılmış kimi təqdim edilmir.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Nəticə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AI funksionallığı strukturlaşdırılmış Software Engineering tətbiqinə inteqrasiya edildi.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Layihə concurrency, caching, persistence, CLI/API, validation, testing və Docker yanaşmalarını birləşdirir.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Yoxlanmış nəticələr: 45 test passed, 89% coverage və controlled benchmark-da 5.11× sürətlənmə.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AZ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